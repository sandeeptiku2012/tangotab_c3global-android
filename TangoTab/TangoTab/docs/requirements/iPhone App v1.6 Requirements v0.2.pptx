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73" r:id="rId6"/>
    <p:sldId id="272" r:id="rId7"/>
    <p:sldId id="27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982" autoAdjust="0"/>
  </p:normalViewPr>
  <p:slideViewPr>
    <p:cSldViewPr snapToGrid="0" snapToObjects="1">
      <p:cViewPr>
        <p:scale>
          <a:sx n="95" d="100"/>
          <a:sy n="95" d="100"/>
        </p:scale>
        <p:origin x="-800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TangoTab Proprietary</a:t>
            </a:r>
          </a:p>
          <a:p>
            <a:r>
              <a:rPr lang="en-US" dirty="0" smtClean="0"/>
              <a:t>Shown Under NDA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3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TangoTab Proprietary</a:t>
            </a:r>
          </a:p>
          <a:p>
            <a:r>
              <a:rPr lang="en-US" dirty="0" smtClean="0"/>
              <a:t>Shown Under NDA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2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9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7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2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3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64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57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3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4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5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EAE09-B5D7-B74D-8721-30A8713A5E0E}" type="datetimeFigureOut">
              <a:rPr lang="en-US" smtClean="0"/>
              <a:t>9/20/12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TangoTab Proprietary</a:t>
            </a:r>
          </a:p>
          <a:p>
            <a:r>
              <a:rPr lang="en-US" dirty="0" smtClean="0"/>
              <a:t>Shown Under NDA Only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4C252-E308-BC44-A519-0C7E11923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6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obiledevelopertips.com/cocoa/launching-your-own-application-via-a-custom-url-scheme.html" TargetMode="External"/><Relationship Id="rId3" Type="http://schemas.openxmlformats.org/officeDocument/2006/relationships/hyperlink" Target="http://www.tangotab.com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TangoTab App </a:t>
            </a:r>
            <a:br>
              <a:rPr lang="en-US" dirty="0" smtClean="0"/>
            </a:br>
            <a:r>
              <a:rPr lang="en-US" dirty="0" smtClean="0"/>
              <a:t>v1.6 Requirements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20-September-12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906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1028700" algn="l"/>
              </a:tabLst>
            </a:pPr>
            <a:r>
              <a:rPr lang="en-US" sz="1800" dirty="0" smtClean="0"/>
              <a:t>V0.1	#1: added FB Sign-Up/Sign-In</a:t>
            </a:r>
          </a:p>
          <a:p>
            <a:pPr marL="0" indent="0">
              <a:buNone/>
              <a:tabLst>
                <a:tab pos="1028700" algn="l"/>
              </a:tabLst>
            </a:pPr>
            <a:r>
              <a:rPr lang="en-US" sz="1800" dirty="0" smtClean="0"/>
              <a:t>     	#</a:t>
            </a:r>
            <a:r>
              <a:rPr lang="en-US" sz="1800" dirty="0"/>
              <a:t>2: </a:t>
            </a:r>
            <a:r>
              <a:rPr lang="en-US" sz="1800" dirty="0" smtClean="0"/>
              <a:t>added Custom URL Handlers	</a:t>
            </a:r>
          </a:p>
          <a:p>
            <a:pPr>
              <a:tabLst>
                <a:tab pos="1028700" algn="l"/>
              </a:tabLst>
            </a:pPr>
            <a:r>
              <a:rPr lang="en-US" sz="1800" dirty="0" smtClean="0"/>
              <a:t>V0.2	#3: iPhone5 support (expanded screen) and iOS6 validation</a:t>
            </a:r>
            <a:br>
              <a:rPr lang="en-US" sz="1800" dirty="0" smtClean="0"/>
            </a:br>
            <a:r>
              <a:rPr lang="en-US" sz="1800" dirty="0" smtClean="0"/>
              <a:t>	#4: Rework deal display to increase image size and remove letterbox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5294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8229600" cy="1143000"/>
          </a:xfrm>
        </p:spPr>
        <p:txBody>
          <a:bodyPr/>
          <a:lstStyle/>
          <a:p>
            <a:r>
              <a:rPr lang="en-US" dirty="0" smtClean="0"/>
              <a:t>#1 Facebook Sign-In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5104063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Need to add the ability for consumers to sign-in using FB </a:t>
            </a:r>
            <a:r>
              <a:rPr lang="en-US" dirty="0" err="1" smtClean="0"/>
              <a:t>OAuth</a:t>
            </a:r>
            <a:r>
              <a:rPr lang="en-US" dirty="0" smtClean="0"/>
              <a:t> on the mobile applications, just like the desktop and mobile website</a:t>
            </a:r>
          </a:p>
          <a:p>
            <a:r>
              <a:rPr lang="en-US" dirty="0" smtClean="0"/>
              <a:t>We can delay the Find Deals until the next version if its too complicated to add deferred sign-up/sign-in to the rest of the mobile code</a:t>
            </a:r>
            <a:endParaRPr lang="en-US" dirty="0"/>
          </a:p>
        </p:txBody>
      </p:sp>
      <p:pic>
        <p:nvPicPr>
          <p:cNvPr id="5" name="Picture 4" descr="Screen Shot 2012-09-14 at 8.23.4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734" y="1600200"/>
            <a:ext cx="3190939" cy="414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6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338"/>
            <a:ext cx="8229600" cy="1143000"/>
          </a:xfrm>
        </p:spPr>
        <p:txBody>
          <a:bodyPr/>
          <a:lstStyle/>
          <a:p>
            <a:r>
              <a:rPr lang="en-US" dirty="0" smtClean="0"/>
              <a:t>#</a:t>
            </a:r>
            <a:r>
              <a:rPr lang="en-US" dirty="0"/>
              <a:t>2</a:t>
            </a:r>
            <a:r>
              <a:rPr lang="en-US" dirty="0" smtClean="0"/>
              <a:t> Custom URL Handlers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want to add URL handlers to the mobile apps to allow certain user URL opens to redirect directly into the mobile application</a:t>
            </a:r>
          </a:p>
          <a:p>
            <a:pPr lvl="1"/>
            <a:r>
              <a:rPr lang="en-US" dirty="0">
                <a:hlinkClick r:id="rId2"/>
              </a:rPr>
              <a:t>http://mobiledevelopertips.com/cocoa/launching-your-own-application-via-a-custom-url-</a:t>
            </a:r>
            <a:r>
              <a:rPr lang="en-US" dirty="0" smtClean="0">
                <a:hlinkClick r:id="rId2"/>
              </a:rPr>
              <a:t>scheme.html</a:t>
            </a:r>
            <a:endParaRPr lang="en-US" dirty="0" smtClean="0"/>
          </a:p>
          <a:p>
            <a:r>
              <a:rPr lang="en-US" dirty="0" smtClean="0"/>
              <a:t>If the app is not installed, we want to redirect to </a:t>
            </a:r>
            <a:r>
              <a:rPr lang="en-US" dirty="0" smtClean="0">
                <a:hlinkClick r:id="rId3"/>
              </a:rPr>
              <a:t>www.tangotab.com</a:t>
            </a:r>
            <a:r>
              <a:rPr lang="en-US" dirty="0" smtClean="0"/>
              <a:t> followed by the :// and remainder of the URL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52918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URLs to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 smtClean="0"/>
              <a:t>com.tangotab</a:t>
            </a:r>
            <a:r>
              <a:rPr lang="en-US" dirty="0" smtClean="0"/>
              <a:t>://</a:t>
            </a:r>
            <a:r>
              <a:rPr lang="en-US" dirty="0" err="1" smtClean="0"/>
              <a:t>jsp</a:t>
            </a:r>
            <a:r>
              <a:rPr lang="en-US" dirty="0"/>
              <a:t>/</a:t>
            </a:r>
            <a:r>
              <a:rPr lang="en-US" dirty="0" err="1"/>
              <a:t>dealSummary.do?dealId</a:t>
            </a:r>
            <a:r>
              <a:rPr lang="en-US" dirty="0" smtClean="0"/>
              <a:t>=# </a:t>
            </a:r>
          </a:p>
          <a:p>
            <a:pPr lvl="1"/>
            <a:r>
              <a:rPr lang="en-US" dirty="0" smtClean="0"/>
              <a:t>Where # is a multi-digit number</a:t>
            </a:r>
          </a:p>
          <a:p>
            <a:pPr lvl="1"/>
            <a:r>
              <a:rPr lang="en-US" dirty="0" smtClean="0"/>
              <a:t>E.g. /</a:t>
            </a:r>
            <a:r>
              <a:rPr lang="en-US" dirty="0" err="1" smtClean="0"/>
              <a:t>jsp</a:t>
            </a:r>
            <a:r>
              <a:rPr lang="en-US" dirty="0" smtClean="0"/>
              <a:t>/</a:t>
            </a:r>
            <a:r>
              <a:rPr lang="en-US" dirty="0" err="1" smtClean="0"/>
              <a:t>dealSummary.do?dealID</a:t>
            </a:r>
            <a:r>
              <a:rPr lang="en-US" dirty="0" smtClean="0"/>
              <a:t>=1043</a:t>
            </a:r>
          </a:p>
          <a:p>
            <a:pPr lvl="1"/>
            <a:r>
              <a:rPr lang="en-US" dirty="0" smtClean="0"/>
              <a:t>This should open the app immediately to the deal that matches that </a:t>
            </a:r>
            <a:r>
              <a:rPr lang="en-US" dirty="0" err="1" smtClean="0"/>
              <a:t>dealID</a:t>
            </a:r>
            <a:r>
              <a:rPr lang="en-US" dirty="0" smtClean="0"/>
              <a:t> for the nearest day</a:t>
            </a:r>
          </a:p>
          <a:p>
            <a:r>
              <a:rPr lang="en-US" dirty="0" err="1"/>
              <a:t>com.tangotab</a:t>
            </a:r>
            <a:r>
              <a:rPr lang="en-US" dirty="0" smtClean="0"/>
              <a:t>://</a:t>
            </a:r>
            <a:r>
              <a:rPr lang="en-US" dirty="0" err="1" smtClean="0"/>
              <a:t>jsp</a:t>
            </a:r>
            <a:r>
              <a:rPr lang="en-US" dirty="0"/>
              <a:t>/</a:t>
            </a:r>
            <a:r>
              <a:rPr lang="en-US" dirty="0" err="1"/>
              <a:t>dealSummary.do?dealId</a:t>
            </a:r>
            <a:r>
              <a:rPr lang="en-US" dirty="0" smtClean="0"/>
              <a:t>=</a:t>
            </a:r>
            <a:r>
              <a:rPr lang="en-US" dirty="0"/>
              <a:t>#</a:t>
            </a:r>
            <a:r>
              <a:rPr lang="en-US" dirty="0" smtClean="0"/>
              <a:t>&amp;</a:t>
            </a:r>
            <a:r>
              <a:rPr lang="en-US" dirty="0"/>
              <a:t>date</a:t>
            </a:r>
            <a:r>
              <a:rPr lang="en-US" dirty="0" smtClean="0"/>
              <a:t>=date</a:t>
            </a:r>
          </a:p>
          <a:p>
            <a:pPr lvl="1"/>
            <a:r>
              <a:rPr lang="en-US" dirty="0" smtClean="0"/>
              <a:t>Similar to URL above, but should open for a specific day (if available)</a:t>
            </a:r>
          </a:p>
          <a:p>
            <a:pPr lvl="1"/>
            <a:r>
              <a:rPr lang="en-US" dirty="0"/>
              <a:t>E.g. </a:t>
            </a:r>
            <a:r>
              <a:rPr lang="en-US" dirty="0" smtClean="0"/>
              <a:t>/</a:t>
            </a:r>
            <a:r>
              <a:rPr lang="en-US" dirty="0" err="1"/>
              <a:t>jsp</a:t>
            </a:r>
            <a:r>
              <a:rPr lang="en-US" dirty="0"/>
              <a:t>/</a:t>
            </a:r>
            <a:r>
              <a:rPr lang="en-US" dirty="0" err="1"/>
              <a:t>dealSummary.do?dealId</a:t>
            </a:r>
            <a:r>
              <a:rPr lang="en-US" dirty="0"/>
              <a:t>=936&amp;date=09/20/2012</a:t>
            </a:r>
          </a:p>
          <a:p>
            <a:r>
              <a:rPr lang="en-US" dirty="0" err="1"/>
              <a:t>com.tangotab</a:t>
            </a:r>
            <a:r>
              <a:rPr lang="en-US" dirty="0"/>
              <a:t>:</a:t>
            </a:r>
            <a:r>
              <a:rPr lang="en-US" dirty="0" smtClean="0"/>
              <a:t>//</a:t>
            </a:r>
            <a:r>
              <a:rPr lang="en-US" dirty="0" err="1" smtClean="0"/>
              <a:t>jsp</a:t>
            </a:r>
            <a:r>
              <a:rPr lang="en-US" dirty="0" smtClean="0"/>
              <a:t>/</a:t>
            </a:r>
            <a:r>
              <a:rPr lang="en-US" dirty="0" err="1" smtClean="0"/>
              <a:t>search.do?cityName</a:t>
            </a:r>
            <a:r>
              <a:rPr lang="en-US" dirty="0" smtClean="0"/>
              <a:t>=city</a:t>
            </a:r>
          </a:p>
          <a:p>
            <a:pPr lvl="1"/>
            <a:r>
              <a:rPr lang="en-US" dirty="0" smtClean="0"/>
              <a:t>Where city = Dallas, etc.</a:t>
            </a:r>
          </a:p>
          <a:p>
            <a:pPr lvl="1"/>
            <a:r>
              <a:rPr lang="en-US" dirty="0" smtClean="0"/>
              <a:t>E.g. /</a:t>
            </a:r>
            <a:r>
              <a:rPr lang="en-US" dirty="0" err="1" smtClean="0"/>
              <a:t>jsp</a:t>
            </a:r>
            <a:r>
              <a:rPr lang="en-US" dirty="0" smtClean="0"/>
              <a:t>/</a:t>
            </a:r>
            <a:r>
              <a:rPr lang="en-US" dirty="0" err="1" smtClean="0"/>
              <a:t>search.do?cityName</a:t>
            </a:r>
            <a:r>
              <a:rPr lang="en-US" dirty="0" smtClean="0"/>
              <a:t>=Dallas</a:t>
            </a:r>
          </a:p>
          <a:p>
            <a:pPr lvl="1"/>
            <a:r>
              <a:rPr lang="en-US" dirty="0" smtClean="0"/>
              <a:t>This should open the app to the search page and execute a search with that specific city name </a:t>
            </a:r>
          </a:p>
          <a:p>
            <a:r>
              <a:rPr lang="en-US" dirty="0" err="1"/>
              <a:t>com.tangotab</a:t>
            </a:r>
            <a:r>
              <a:rPr lang="en-US" dirty="0"/>
              <a:t>:</a:t>
            </a:r>
            <a:r>
              <a:rPr lang="en-US" dirty="0" smtClean="0"/>
              <a:t>//</a:t>
            </a:r>
            <a:r>
              <a:rPr lang="en-US" dirty="0" err="1" smtClean="0"/>
              <a:t>jsp</a:t>
            </a:r>
            <a:r>
              <a:rPr lang="en-US" dirty="0"/>
              <a:t>/</a:t>
            </a:r>
            <a:r>
              <a:rPr lang="en-US" dirty="0" err="1" smtClean="0"/>
              <a:t>searchForward.do</a:t>
            </a:r>
            <a:endParaRPr lang="en-US" dirty="0" smtClean="0"/>
          </a:p>
          <a:p>
            <a:pPr lvl="1"/>
            <a:r>
              <a:rPr lang="en-US" dirty="0" smtClean="0"/>
              <a:t>Should open to “Near Me” page</a:t>
            </a:r>
          </a:p>
        </p:txBody>
      </p:sp>
    </p:spTree>
    <p:extLst>
      <p:ext uri="{BB962C8B-B14F-4D97-AF65-F5344CB8AC3E}">
        <p14:creationId xmlns:p14="http://schemas.microsoft.com/office/powerpoint/2010/main" val="1740796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#3 iPhone5/iOS6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iPhone5 support: expanded screen</a:t>
            </a:r>
          </a:p>
          <a:p>
            <a:r>
              <a:rPr lang="en-US" dirty="0" smtClean="0"/>
              <a:t>iOS6 support </a:t>
            </a:r>
          </a:p>
          <a:p>
            <a:r>
              <a:rPr lang="en-US" dirty="0" smtClean="0"/>
              <a:t>New Flurry SDK for iOS6 and new </a:t>
            </a:r>
            <a:r>
              <a:rPr lang="en-US" dirty="0" err="1" smtClean="0"/>
              <a:t>xcode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180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#4 - </a:t>
            </a:r>
            <a:r>
              <a:rPr lang="en-US" sz="3600" dirty="0"/>
              <a:t>Rework deal display to increase image size and remove </a:t>
            </a:r>
            <a:r>
              <a:rPr lang="en-US" sz="3600" dirty="0" smtClean="0"/>
              <a:t>letterbox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Goal is to enlarge image and remove letterboxing</a:t>
            </a:r>
          </a:p>
          <a:p>
            <a:r>
              <a:rPr lang="en-US" dirty="0" smtClean="0"/>
              <a:t>Thus, this will be a simple re-sizing of the image area, along with a re-positioning of the text</a:t>
            </a:r>
          </a:p>
          <a:p>
            <a:r>
              <a:rPr lang="en-US" dirty="0" smtClean="0"/>
              <a:t>Will provide exact graphics/proportions later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069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4047</TotalTime>
  <Words>382</Words>
  <Application>Microsoft Macintosh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TangoTab App  v1.6 Requirements</vt:lpstr>
      <vt:lpstr>Update History</vt:lpstr>
      <vt:lpstr>#1 Facebook Sign-In</vt:lpstr>
      <vt:lpstr>#2 Custom URL Handlers</vt:lpstr>
      <vt:lpstr>URLs to Support</vt:lpstr>
      <vt:lpstr>#3 iPhone5/iOS6 support</vt:lpstr>
      <vt:lpstr>#4 - Rework deal display to increase image size and remove letterbox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TangoTab App  v1.6 Requirements</dc:title>
  <dc:creator>Doug Wilson</dc:creator>
  <cp:lastModifiedBy>Doug Wilson</cp:lastModifiedBy>
  <cp:revision>75</cp:revision>
  <dcterms:created xsi:type="dcterms:W3CDTF">2012-06-11T22:25:30Z</dcterms:created>
  <dcterms:modified xsi:type="dcterms:W3CDTF">2012-09-20T17:00:50Z</dcterms:modified>
</cp:coreProperties>
</file>